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  <p:sldId id="256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43"/>
    <p:restoredTop sz="94719"/>
  </p:normalViewPr>
  <p:slideViewPr>
    <p:cSldViewPr snapToGrid="0">
      <p:cViewPr>
        <p:scale>
          <a:sx n="58" d="100"/>
          <a:sy n="58" d="100"/>
        </p:scale>
        <p:origin x="1456" y="688"/>
      </p:cViewPr>
      <p:guideLst/>
    </p:cSldViewPr>
  </p:slideViewPr>
  <p:notesTextViewPr>
    <p:cViewPr>
      <p:scale>
        <a:sx n="55" d="100"/>
        <a:sy n="5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CC38A-BF7F-69D3-F65D-93DD9A1C2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AAB906-7221-28DE-4A50-B7E81AFCF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94012-6CEC-F201-B8B5-FB2185874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BCC1A7-1DB5-3994-F4B1-F6597B235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03D89-2C29-78C9-1876-210A0349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343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19A52-612B-55DD-2B7C-C5BB651AE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62699-6E5D-09E4-A94F-566CCC167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63ED2-EFCC-D777-F753-1313FF01E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44A91E-6417-BACB-C12A-ED0AAEC92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90BE5A-1854-60B7-1C06-17A4DC934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16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65A11-BD94-28B6-C54B-46F7D3230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10621-F0E4-3518-1FD0-3E2499EFB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EC4FA-0DD7-49B4-58B4-7ACA2178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EAB99-CE1D-454B-74A5-47483E79D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9956F-5003-BCD1-8B75-E1F89302F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947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B3EF5-0E7A-0C78-226F-EDA981372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FA816-7841-90A3-9798-B4F1781EC2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C59FB2-AC86-1061-145F-E83339ABC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5CE2B0-CE20-14B4-AAB9-96C61965D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52D0F-A820-B248-258D-7819B94E9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2838F8-675B-1998-4F11-B1A03F55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69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D8648-B65A-98E3-B9B7-CA4160FA2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5D9DE-4389-192A-E5D6-87CD15214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D56B9E-58FF-E0E3-D565-A0037D97B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BCA43E-A6B1-983D-4971-582783C855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89BF3E-2379-0778-9BFC-23FFE53B18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EE041E-D504-20AD-F028-ACFFBE914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C13842-3FE9-2B36-F274-82FDB991F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76562F-837C-98D8-C154-FD5302071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922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2B7FD-3A20-03D3-F424-008951C6B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D39CB9-F0AF-887E-9A7C-020FCABD5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9C2A49-36FE-8F08-B749-FAB17DFB2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A1A6BF-7FE2-124A-2528-0FA431897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362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2911AF-FD2B-1DF9-1FBD-037B6F88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7CEE8-A758-FE99-7990-67270B9BC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E79E1-A4E4-BF15-B5D9-B7F1A95FF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446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35A31-D317-F854-805B-E8943DFF9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70F46-F98C-AFDC-A84A-38A793394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4C684D-3AB0-F684-4E1C-8FF1543B3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07339A-AFF3-E28E-FB8E-FAE1638CC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8AD6BF-8E6D-3E7A-0BB1-35282864D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9248F0-F0FF-2A6F-45EF-1C8FFAEC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821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DBD7A-A2B1-9228-C4E3-363EDCC82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F1489-2AB2-FF47-4649-A478BCD732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7CC7D-8F8C-77AC-CEF0-DA693B80A5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105D5F-8177-27B5-9E87-5A31F035D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72CDF7-A562-C874-2629-6714A941A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E0BA3-C95C-89F8-87EA-54FD5B84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180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8DCF1-D033-4F6B-9455-B15F2B30D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B085EC-BC6E-0002-BB25-6E9C31D918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497123-8896-AB96-1358-7AC5CC144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FA6ECE-4715-7992-3CE9-364DCFD4C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7E7296-474F-4C80-057E-5E41084AB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817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7FB2D5-9184-1406-ECEB-324506A94F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C6A420-FF14-35F5-C249-F3DC2BD0A0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8F1B5-8F47-CBB0-363B-73CF65ED2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78E6B2-FC2E-0926-A871-4B8FB3601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7E65C-1501-8939-4355-94763FB6D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59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35A709-A746-7972-7140-6F9547981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424FB-2176-442A-CB0A-3DA6B93AF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F54466-9ED2-C1D6-DF96-636A84B278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310068-050D-EA44-BCC5-73AE705BEFFB}" type="datetimeFigureOut">
              <a:rPr lang="en-US" smtClean="0"/>
              <a:t>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033C0-1125-4CF5-724A-EBA6E7070F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D77CA-FFAA-B402-D82D-DEE8DA7E8F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98B919-666E-0649-BB87-A23CC407E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52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161FC5-AADA-4A05-97BA-3555BBF1BC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4" b="194"/>
          <a:stretch/>
        </p:blipFill>
        <p:spPr>
          <a:xfrm>
            <a:off x="562186" y="535709"/>
            <a:ext cx="6602645" cy="58193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2D609D-B525-EC8A-C4A3-33395D6D71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11" t="2317" r="6883" b="10383"/>
          <a:stretch/>
        </p:blipFill>
        <p:spPr>
          <a:xfrm>
            <a:off x="4697814" y="4254499"/>
            <a:ext cx="2280181" cy="193515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D558B76-EA3C-C903-54BA-56A09502F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442" y="3229706"/>
            <a:ext cx="951957" cy="12115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4C292B-91E8-15D5-87AF-7DD4C96C05C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26" b="226"/>
          <a:stretch/>
        </p:blipFill>
        <p:spPr>
          <a:xfrm>
            <a:off x="562185" y="6608263"/>
            <a:ext cx="6602645" cy="59139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6705CE-833F-8B27-B51A-91FB1AF179C7}"/>
              </a:ext>
            </a:extLst>
          </p:cNvPr>
          <p:cNvSpPr txBox="1"/>
          <p:nvPr/>
        </p:nvSpPr>
        <p:spPr>
          <a:xfrm>
            <a:off x="0" y="535709"/>
            <a:ext cx="562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120682-C746-7247-CD65-4F3EB4BCA575}"/>
              </a:ext>
            </a:extLst>
          </p:cNvPr>
          <p:cNvSpPr txBox="1"/>
          <p:nvPr/>
        </p:nvSpPr>
        <p:spPr>
          <a:xfrm>
            <a:off x="0" y="6608263"/>
            <a:ext cx="562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A8B50A-4D57-DA86-0144-CBFEB82E0E00}"/>
              </a:ext>
            </a:extLst>
          </p:cNvPr>
          <p:cNvSpPr txBox="1"/>
          <p:nvPr/>
        </p:nvSpPr>
        <p:spPr>
          <a:xfrm>
            <a:off x="4697814" y="5851097"/>
            <a:ext cx="13981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Helvetica" pitchFamily="2" charset="0"/>
                <a:cs typeface="Arial" panose="020B0604020202020204" pitchFamily="34" charset="0"/>
              </a:rPr>
              <a:t>Isle Au Haut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F47F9E-C191-E4AE-5845-5B78718EAE24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3137282" y="2292733"/>
            <a:ext cx="1026965" cy="539414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0E9B77-D330-F6DB-76CE-C15B1C520E3C}"/>
              </a:ext>
            </a:extLst>
          </p:cNvPr>
          <p:cNvSpPr txBox="1"/>
          <p:nvPr/>
        </p:nvSpPr>
        <p:spPr>
          <a:xfrm>
            <a:off x="2269926" y="2031123"/>
            <a:ext cx="8673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  <a:cs typeface="Arial" panose="020B0604020202020204" pitchFamily="34" charset="0"/>
              </a:rPr>
              <a:t>Great Meadow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B3BF8DF-1FB8-B52A-EAB2-845FCC5ABD3A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5472360" y="3319917"/>
            <a:ext cx="397253" cy="3510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E824F7A-22CD-06EB-9ECF-B0A57C7BB900}"/>
              </a:ext>
            </a:extLst>
          </p:cNvPr>
          <p:cNvSpPr txBox="1"/>
          <p:nvPr/>
        </p:nvSpPr>
        <p:spPr>
          <a:xfrm>
            <a:off x="4697814" y="3670991"/>
            <a:ext cx="1549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  <a:cs typeface="Arial" panose="020B0604020202020204" pitchFamily="34" charset="0"/>
              </a:rPr>
              <a:t>Big Moose Island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9D7F277-C236-6676-A7A3-BB904C79DBFE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3089031" y="5011615"/>
            <a:ext cx="289861" cy="2888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0A2474A-026E-2BD8-9991-BD808D7D0BE0}"/>
              </a:ext>
            </a:extLst>
          </p:cNvPr>
          <p:cNvSpPr txBox="1"/>
          <p:nvPr/>
        </p:nvSpPr>
        <p:spPr>
          <a:xfrm>
            <a:off x="2945214" y="5300498"/>
            <a:ext cx="8673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  <a:cs typeface="Arial" panose="020B0604020202020204" pitchFamily="34" charset="0"/>
              </a:rPr>
              <a:t>Seawall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84EDDFE-1EC8-969D-BBC3-B451D2306017}"/>
              </a:ext>
            </a:extLst>
          </p:cNvPr>
          <p:cNvCxnSpPr>
            <a:cxnSpLocks/>
            <a:stCxn id="43" idx="3"/>
          </p:cNvCxnSpPr>
          <p:nvPr/>
        </p:nvCxnSpPr>
        <p:spPr>
          <a:xfrm>
            <a:off x="2890433" y="10571795"/>
            <a:ext cx="1032638" cy="7746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75BA5E4-702E-040D-BC93-BFACA716F678}"/>
              </a:ext>
            </a:extLst>
          </p:cNvPr>
          <p:cNvSpPr txBox="1"/>
          <p:nvPr/>
        </p:nvSpPr>
        <p:spPr>
          <a:xfrm>
            <a:off x="1854169" y="10417906"/>
            <a:ext cx="103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  <a:cs typeface="Arial" panose="020B0604020202020204" pitchFamily="34" charset="0"/>
              </a:rPr>
              <a:t>Lynx Pond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75930E6-8116-E5AC-4226-5B2AE150FB04}"/>
              </a:ext>
            </a:extLst>
          </p:cNvPr>
          <p:cNvCxnSpPr>
            <a:cxnSpLocks/>
          </p:cNvCxnSpPr>
          <p:nvPr/>
        </p:nvCxnSpPr>
        <p:spPr>
          <a:xfrm flipH="1" flipV="1">
            <a:off x="4425885" y="11557262"/>
            <a:ext cx="170338" cy="335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71E5EB6-84D4-7CF1-6FB2-96E71E7DAF56}"/>
              </a:ext>
            </a:extLst>
          </p:cNvPr>
          <p:cNvSpPr txBox="1"/>
          <p:nvPr/>
        </p:nvSpPr>
        <p:spPr>
          <a:xfrm>
            <a:off x="4425884" y="11884447"/>
            <a:ext cx="1810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  <a:cs typeface="Arial" panose="020B0604020202020204" pitchFamily="34" charset="0"/>
              </a:rPr>
              <a:t>Sandbank Stream Campground</a:t>
            </a:r>
          </a:p>
        </p:txBody>
      </p:sp>
    </p:spTree>
    <p:extLst>
      <p:ext uri="{BB962C8B-B14F-4D97-AF65-F5344CB8AC3E}">
        <p14:creationId xmlns:p14="http://schemas.microsoft.com/office/powerpoint/2010/main" val="567828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56201-C3F6-338B-251D-43C0ED70E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FEF354C-A06E-CEC5-62F3-C08C7060DE2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35" t="3520" r="2686" b="3570"/>
          <a:stretch/>
        </p:blipFill>
        <p:spPr>
          <a:xfrm>
            <a:off x="562186" y="535709"/>
            <a:ext cx="6602645" cy="58193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4EE85D-E2D4-AD1C-3AC4-E298D5C5E4B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846" t="10277" r="6524" b="22143"/>
          <a:stretch/>
        </p:blipFill>
        <p:spPr>
          <a:xfrm>
            <a:off x="4697814" y="4254499"/>
            <a:ext cx="2280181" cy="193515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787600F-611E-87E3-8E5D-2F38DEE33B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442" y="3229706"/>
            <a:ext cx="951957" cy="12115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ED340F-CA30-333B-500D-98A941B72E2D}"/>
              </a:ext>
            </a:extLst>
          </p:cNvPr>
          <p:cNvSpPr txBox="1"/>
          <p:nvPr/>
        </p:nvSpPr>
        <p:spPr>
          <a:xfrm>
            <a:off x="5452533" y="5820064"/>
            <a:ext cx="1286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Isle Au Haut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D2D825-AD21-474E-99C5-4CF39F4CE32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567" t="2698" r="2584" b="2715"/>
          <a:stretch/>
        </p:blipFill>
        <p:spPr>
          <a:xfrm>
            <a:off x="562185" y="6608263"/>
            <a:ext cx="6602645" cy="5913937"/>
          </a:xfrm>
          <a:prstGeom prst="rect">
            <a:avLst/>
          </a:prstGeom>
        </p:spPr>
      </p:pic>
      <p:pic>
        <p:nvPicPr>
          <p:cNvPr id="10" name="Picture 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4E222ECC-AB07-C0D7-7072-62F4B7F47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184" y="11469236"/>
            <a:ext cx="951957" cy="12115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39A91AD-C497-CD41-1513-9DF112298F11}"/>
              </a:ext>
            </a:extLst>
          </p:cNvPr>
          <p:cNvSpPr txBox="1"/>
          <p:nvPr/>
        </p:nvSpPr>
        <p:spPr>
          <a:xfrm>
            <a:off x="0" y="535709"/>
            <a:ext cx="562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2F4EF-4EEC-DF8B-84E9-C7F5E8D2592B}"/>
              </a:ext>
            </a:extLst>
          </p:cNvPr>
          <p:cNvSpPr txBox="1"/>
          <p:nvPr/>
        </p:nvSpPr>
        <p:spPr>
          <a:xfrm>
            <a:off x="0" y="6608263"/>
            <a:ext cx="562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943203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59EBBC2-1957-3ECA-196A-BF3113AE43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28913" y="-188485"/>
            <a:ext cx="8055427" cy="72349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D0C370-0E09-7A71-0008-E9EE05C8A3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491" t="11549" r="9411" b="23020"/>
          <a:stretch/>
        </p:blipFill>
        <p:spPr>
          <a:xfrm>
            <a:off x="5849198" y="4305300"/>
            <a:ext cx="2794060" cy="237127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06B5FF-336E-4A65-6825-27B80DC976D7}"/>
              </a:ext>
            </a:extLst>
          </p:cNvPr>
          <p:cNvSpPr txBox="1"/>
          <p:nvPr/>
        </p:nvSpPr>
        <p:spPr>
          <a:xfrm>
            <a:off x="7342214" y="6258996"/>
            <a:ext cx="1286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Isle Au Haut</a:t>
            </a:r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2C577F1-9B0A-1E93-2461-E4E21CD102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422" y="3189065"/>
            <a:ext cx="1096377" cy="139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239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BBF4144-FE7F-C9D9-6920-279B632688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278144" y="0"/>
            <a:ext cx="7635711" cy="6857999"/>
          </a:xfrm>
          <a:prstGeom prst="rect">
            <a:avLst/>
          </a:prstGeom>
        </p:spPr>
      </p:pic>
      <p:pic>
        <p:nvPicPr>
          <p:cNvPr id="9" name="Picture 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CCB78E88-7379-C0EA-FE74-E8CB58B6C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6460" y="5418143"/>
            <a:ext cx="1131316" cy="1439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80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28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Kyle Lima</dc:creator>
  <cp:lastModifiedBy>Kyle Lima</cp:lastModifiedBy>
  <cp:revision>22</cp:revision>
  <dcterms:created xsi:type="dcterms:W3CDTF">2023-07-31T22:15:50Z</dcterms:created>
  <dcterms:modified xsi:type="dcterms:W3CDTF">2025-02-21T12:39:17Z</dcterms:modified>
</cp:coreProperties>
</file>